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ECF6D-9D10-E6C8-8A7F-8A02AAFCD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ADF786-A1ED-F894-0557-EC43B4668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98261C-54B1-BDD1-77EC-A7978854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45919F-39D7-90DE-5090-40BD896E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79B706-379C-8593-50BB-2AAAE1CA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38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45BC7-32D3-17BF-2AEE-DCD3999B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A03A99-5D4F-C8E7-F43A-C31A9452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7600AB-3539-D91A-43AA-3DFBEF1F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AFF3D-F1F6-A3A1-3249-F50957A2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7979FB-B0A5-6CFD-CE0B-2A2341C9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38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30071-7890-5396-A930-6862C3AE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5D7002-2AF8-CCBF-93DB-F89DF235E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504DD6-606F-54E8-A526-13352C0D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60F7D-C2D8-12DE-B4E7-9EE1723A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FCBDFF-2BFC-831C-69FE-1E708585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8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E230E-71AD-A516-3FF8-7E193FB2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0D1265-3544-36D8-2656-6AA443A05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879EF4-6699-53F3-AEBD-C7ADA8D04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35A838-7EBE-D378-E8E8-FE3F0104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B273B4-AF78-41C5-7AF3-3A224F0B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DAA3EB-C535-555B-8989-002BC5D1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93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CF446-7C0E-A94A-3B29-21EF1B22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59E105-B5F3-A719-5DCC-48979F3FA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1DB249-E7EA-38CC-3093-ACDE7230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B077C2-197B-D6C1-002D-7B7E0415F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6B656C-FF57-B3B9-82B7-F75D2B9DA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16F02D-7900-16F0-23AB-7EBDB96A3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DEFA85-EEE5-7B2A-2DB9-9160CBA6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35C5EF-9166-31A7-589D-947B2645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40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DD37BB-D7C3-D1F5-A367-555F873D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7C5846-EC3F-7E94-BC3D-E4BD45D8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13103-1875-2715-4CD1-7AC15703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C2B37-C39A-70FC-8153-6426ED79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0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C143AF-7A02-5DB0-1735-38422F53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996DBF-0C9E-36C2-A7C6-0C3E50F7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97879-5D11-6229-292E-77ED69E7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641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92AAB-3D08-F2F8-4C44-85967C11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20C1A2-3412-E5BF-9733-C417B5C3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12A477-D0F5-1A97-18E3-5AA4AAD8D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7F67C0-DF4A-3A5F-58B7-57E13819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2450D-B737-3297-39D4-BC10D198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542065-D2D8-EDD9-ED72-FEE7C856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84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70589-86DB-9513-F1A2-DC3E3DF3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5BD25B7-D113-E06F-FCCC-DEF6CEB0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5E306F-47C1-9AB6-AC3D-060E10F3D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0D3CF3-8EA7-8A7B-8E12-358BFBFE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51780C-BC16-4D87-1624-884CC2DC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3F8342-4D75-B065-DEFE-B6AAE069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07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76828-60FD-7987-BCEE-DD65F5E1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7ACB11-6A3C-0C94-2E74-BEB200C33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847964-A8AD-F99A-E291-062259BF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8B1306-0CE4-A6DD-95F3-5AF38D69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42C769-E6EB-A2A6-F037-311561F8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73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D940483-E028-65F5-6157-47E85F30E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EE01EE-080D-F78E-EC0E-F90C1E23C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DAA67C-4149-5501-1C4E-594A9C4D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783AB2-2875-6330-C4AF-B21D3651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9AE4BD-1CD7-C4B4-5F60-63C280E3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71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AB681A0-5541-3189-CC16-624628A1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33729-011B-CE5A-40BF-A5BC3DAAB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F00ECF-E60C-5BE9-5365-D4B858707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93088-D0D2-46C4-837C-E2C62FE5EC9F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58DD7B-7441-37C8-C353-EC41C2869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73FBA3-70C4-A18F-4E86-49724FB61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7FFAB-14C4-49A0-8A74-FD3B005FE9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DA6ED-D939-579A-2919-9C4228C76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Burgerrestaurant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F77670B-7900-B791-53E8-CB37D4A28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Von: Kim, Lina und Ronja</a:t>
            </a:r>
          </a:p>
        </p:txBody>
      </p:sp>
    </p:spTree>
    <p:extLst>
      <p:ext uri="{BB962C8B-B14F-4D97-AF65-F5344CB8AC3E}">
        <p14:creationId xmlns:p14="http://schemas.microsoft.com/office/powerpoint/2010/main" val="93266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8890C-EB22-8803-37D4-A043BFA2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4D0131-6E0C-CE42-32E4-FFF9B168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42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61A9442CF78F840B9AD00E5FC36013D" ma:contentTypeVersion="1" ma:contentTypeDescription="Ein neues Dokument erstellen." ma:contentTypeScope="" ma:versionID="1c8b377d0d6b92d7f035bfd5594b7d60">
  <xsd:schema xmlns:xsd="http://www.w3.org/2001/XMLSchema" xmlns:xs="http://www.w3.org/2001/XMLSchema" xmlns:p="http://schemas.microsoft.com/office/2006/metadata/properties" xmlns:ns3="feaae54f-2f5e-4b51-a69a-4e59966c5a32" targetNamespace="http://schemas.microsoft.com/office/2006/metadata/properties" ma:root="true" ma:fieldsID="30a830f40cdb813a34644e5dbc96b8e5" ns3:_="">
    <xsd:import namespace="feaae54f-2f5e-4b51-a69a-4e59966c5a3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aae54f-2f5e-4b51-a69a-4e59966c5a3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F34493-B87A-4AF4-9B60-C30A7FDCF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aae54f-2f5e-4b51-a69a-4e59966c5a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E21815-E0D2-49B0-9994-80BF15BCE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02F667-6F07-48C7-840A-8178D16972D2}">
  <ds:schemaRefs>
    <ds:schemaRef ds:uri="http://schemas.microsoft.com/office/2006/metadata/properties"/>
    <ds:schemaRef ds:uri="feaae54f-2f5e-4b51-a69a-4e59966c5a32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Burgerrestaurant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rhabbe</dc:creator>
  <cp:lastModifiedBy>rhabbe</cp:lastModifiedBy>
  <cp:revision>1</cp:revision>
  <dcterms:created xsi:type="dcterms:W3CDTF">2026-06-12T10:15:18Z</dcterms:created>
  <dcterms:modified xsi:type="dcterms:W3CDTF">2026-06-12T10:16:37Z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0x010100B61A9442CF78F840B9AD00E5FC36013D</vt:lpwstr>
  </property>
</Properties>
</file>